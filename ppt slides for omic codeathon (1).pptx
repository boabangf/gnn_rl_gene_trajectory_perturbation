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61" r:id="rId3"/>
    <p:sldId id="258" r:id="rId4"/>
    <p:sldId id="257" r:id="rId5"/>
    <p:sldId id="267" r:id="rId6"/>
    <p:sldId id="263" r:id="rId7"/>
    <p:sldId id="265" r:id="rId8"/>
    <p:sldId id="269" r:id="rId9"/>
    <p:sldId id="268" r:id="rId10"/>
    <p:sldId id="270" r:id="rId11"/>
    <p:sldId id="271" r:id="rId12"/>
    <p:sldId id="272" r:id="rId13"/>
    <p:sldId id="273" r:id="rId14"/>
    <p:sldId id="25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2025-11-20</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2025-11-20</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2025-11-20</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docs.google.com/forms/d/e/1FAIpQLSfmWvIxuE7JR4T7kwfWA_HIt0GUQ_czqVlK2zeeio5tzBmmvw/viewform?pli=1"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868362"/>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Gene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a:xfrm>
            <a:off x="732046" y="3429000"/>
            <a:ext cx="10418064" cy="1655762"/>
          </a:xfrm>
        </p:spPr>
        <p:txBody>
          <a:bodyPr>
            <a:normAutofit fontScale="92500" lnSpcReduction="20000"/>
          </a:bodyPr>
          <a:lstStyle/>
          <a:p>
            <a:r>
              <a:rPr lang="en-US" dirty="0"/>
              <a:t>Francis Boabang</a:t>
            </a:r>
          </a:p>
          <a:p>
            <a:endParaRPr lang="en-US" dirty="0"/>
          </a:p>
          <a:p>
            <a:r>
              <a:rPr lang="en-US" dirty="0"/>
              <a:t>Sponsor: </a:t>
            </a:r>
            <a:r>
              <a:rPr lang="en-CA" u="sng" dirty="0">
                <a:hlinkClick r:id="rId2"/>
              </a:rPr>
              <a:t>https://docs.google.com/forms/d/e/1FAIpQLSfmWvIxuE7JR4T7kwfWA_HIt0GUQ_czqVlK2zeeio5tzBmmvw/viewform?pli=1</a:t>
            </a:r>
            <a:endParaRPr lang="en-CA" dirty="0"/>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2046" y="4892738"/>
            <a:ext cx="2140862" cy="177323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48008" y="4988750"/>
            <a:ext cx="2015778" cy="17732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8628" y="2285999"/>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07F0A-3138-797A-FD19-F132FDDFB16F}"/>
              </a:ext>
            </a:extLst>
          </p:cNvPr>
          <p:cNvSpPr>
            <a:spLocks noGrp="1"/>
          </p:cNvSpPr>
          <p:nvPr>
            <p:ph type="title"/>
          </p:nvPr>
        </p:nvSpPr>
        <p:spPr/>
        <p:txBody>
          <a:bodyPr>
            <a:normAutofit/>
          </a:bodyPr>
          <a:lstStyle/>
          <a:p>
            <a:r>
              <a:rPr lang="en-CA" sz="2000" b="1" dirty="0" err="1">
                <a:latin typeface="Times New Roman" panose="02020603050405020304" pitchFamily="18" charset="0"/>
                <a:cs typeface="Times New Roman" panose="02020603050405020304" pitchFamily="18" charset="0"/>
              </a:rPr>
              <a:t>Codeathon</a:t>
            </a:r>
            <a:r>
              <a:rPr lang="en-CA" sz="2000" b="1" dirty="0">
                <a:latin typeface="Times New Roman" panose="02020603050405020304" pitchFamily="18" charset="0"/>
                <a:cs typeface="Times New Roman" panose="02020603050405020304" pitchFamily="18" charset="0"/>
              </a:rPr>
              <a:t> Idea : Escaping Local Optima in the Waddington Landscape: A Multi-Stage TRPO-PPO Approach for Single-Cell Perturbation Analysis</a:t>
            </a:r>
            <a:br>
              <a:rPr lang="en-CA" sz="2400" dirty="0">
                <a:latin typeface="Times New Roman" panose="02020603050405020304" pitchFamily="18" charset="0"/>
                <a:cs typeface="Times New Roman" panose="02020603050405020304" pitchFamily="18" charset="0"/>
              </a:rPr>
            </a:br>
            <a:endParaRPr lang="en-CA"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DFAAE30-6B09-18D9-C24B-38FDD0E4DA86}"/>
              </a:ext>
            </a:extLst>
          </p:cNvPr>
          <p:cNvSpPr>
            <a:spLocks noGrp="1"/>
          </p:cNvSpPr>
          <p:nvPr>
            <p:ph idx="1"/>
          </p:nvPr>
        </p:nvSpPr>
        <p:spPr/>
        <p:txBody>
          <a:bodyPr>
            <a:normAutofit/>
          </a:bodyPr>
          <a:lstStyle/>
          <a:p>
            <a:pPr marL="0" indent="0" fontAlgn="base">
              <a:buNone/>
            </a:pPr>
            <a:r>
              <a:rPr lang="en-CA" sz="1600" dirty="0">
                <a:latin typeface="Times New Roman" panose="02020603050405020304" pitchFamily="18" charset="0"/>
                <a:cs typeface="Times New Roman" panose="02020603050405020304" pitchFamily="18" charset="0"/>
              </a:rPr>
              <a:t>Boabang, Francis, and Samuel Asante </a:t>
            </a:r>
            <a:r>
              <a:rPr lang="en-CA" sz="1600" dirty="0" err="1">
                <a:latin typeface="Times New Roman" panose="02020603050405020304" pitchFamily="18" charset="0"/>
                <a:cs typeface="Times New Roman" panose="02020603050405020304" pitchFamily="18" charset="0"/>
              </a:rPr>
              <a:t>Gyamerah</a:t>
            </a:r>
            <a:r>
              <a:rPr lang="en-CA" sz="16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600" i="1" dirty="0" err="1">
                <a:latin typeface="Times New Roman" panose="02020603050405020304" pitchFamily="18" charset="0"/>
                <a:cs typeface="Times New Roman" panose="02020603050405020304" pitchFamily="18" charset="0"/>
              </a:rPr>
              <a:t>arXiv</a:t>
            </a:r>
            <a:r>
              <a:rPr lang="en-CA" sz="1600" i="1" dirty="0">
                <a:latin typeface="Times New Roman" panose="02020603050405020304" pitchFamily="18" charset="0"/>
                <a:cs typeface="Times New Roman" panose="02020603050405020304" pitchFamily="18" charset="0"/>
              </a:rPr>
              <a:t> preprint arXiv:2510.13018</a:t>
            </a:r>
            <a:r>
              <a:rPr lang="en-CA" sz="1600" dirty="0">
                <a:latin typeface="Times New Roman" panose="02020603050405020304" pitchFamily="18" charset="0"/>
                <a:cs typeface="Times New Roman" panose="02020603050405020304" pitchFamily="18" charset="0"/>
              </a:rPr>
              <a:t> (2025).</a:t>
            </a:r>
          </a:p>
          <a:p>
            <a:endParaRPr lang="en-CA" sz="1800" dirty="0"/>
          </a:p>
        </p:txBody>
      </p:sp>
    </p:spTree>
    <p:extLst>
      <p:ext uri="{BB962C8B-B14F-4D97-AF65-F5344CB8AC3E}">
        <p14:creationId xmlns:p14="http://schemas.microsoft.com/office/powerpoint/2010/main" val="15613575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t>https://www.ncbi.nlm.nih.gov/geo/query/acc.cgi?acc=GSE134139</a:t>
            </a:r>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p:txBody>
          <a:bodyPr/>
          <a:lstStyle/>
          <a:p>
            <a:r>
              <a:rPr lang="en-US" dirty="0"/>
              <a:t>Simulated Hardware and Software for developmental biology</a:t>
            </a:r>
            <a:endParaRPr lang="en-CA" dirty="0"/>
          </a:p>
        </p:txBody>
      </p:sp>
      <p:sp>
        <p:nvSpPr>
          <p:cNvPr id="4" name="Rectangle 3">
            <a:extLst>
              <a:ext uri="{FF2B5EF4-FFF2-40B4-BE49-F238E27FC236}">
                <a16:creationId xmlns:a16="http://schemas.microsoft.com/office/drawing/2014/main" id="{C82D2189-7EA5-7C37-6E9C-7BC930AAE325}"/>
              </a:ext>
            </a:extLst>
          </p:cNvPr>
          <p:cNvSpPr/>
          <p:nvPr/>
        </p:nvSpPr>
        <p:spPr>
          <a:xfrm>
            <a:off x="3371850" y="2353469"/>
            <a:ext cx="3971925" cy="100544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371850" y="4746765"/>
            <a:ext cx="3971925" cy="100544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523118" y="2435588"/>
            <a:ext cx="3759747" cy="923330"/>
          </a:xfrm>
          <a:prstGeom prst="rect">
            <a:avLst/>
          </a:prstGeom>
          <a:noFill/>
        </p:spPr>
        <p:txBody>
          <a:bodyPr wrap="none" rtlCol="0">
            <a:spAutoFit/>
          </a:bodyPr>
          <a:lstStyle/>
          <a:p>
            <a:r>
              <a:rPr lang="en-US" dirty="0"/>
              <a:t>Simulated Trajectories with Model</a:t>
            </a:r>
          </a:p>
          <a:p>
            <a:r>
              <a:rPr lang="en-US" dirty="0"/>
              <a:t>Free Reinforcement Learning for multi</a:t>
            </a:r>
          </a:p>
          <a:p>
            <a:r>
              <a:rPr lang="en-US" dirty="0"/>
              <a:t>dynamics</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59214" y="4755356"/>
            <a:ext cx="3961534" cy="1200329"/>
          </a:xfrm>
          <a:prstGeom prst="rect">
            <a:avLst/>
          </a:prstGeom>
          <a:noFill/>
        </p:spPr>
        <p:txBody>
          <a:bodyPr wrap="none" rtlCol="0">
            <a:spAutoFit/>
          </a:bodyPr>
          <a:lstStyle/>
          <a:p>
            <a:r>
              <a:rPr lang="en-US" dirty="0"/>
              <a:t>Experimental Trajectories with Model</a:t>
            </a:r>
          </a:p>
          <a:p>
            <a:r>
              <a:rPr lang="en-US" dirty="0"/>
              <a:t>Based  Reinforcement Learning for multi</a:t>
            </a:r>
          </a:p>
          <a:p>
            <a:r>
              <a:rPr lang="en-US" dirty="0"/>
              <a:t>dynamics</a:t>
            </a:r>
            <a:endParaRPr lang="en-CA" dirty="0"/>
          </a:p>
          <a:p>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121408" y="289163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121408"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343775" y="2832942"/>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343775"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497053" y="2568465"/>
            <a:ext cx="1624355" cy="646331"/>
          </a:xfrm>
          <a:prstGeom prst="rect">
            <a:avLst/>
          </a:prstGeom>
          <a:noFill/>
        </p:spPr>
        <p:txBody>
          <a:bodyPr wrap="none" rtlCol="0">
            <a:spAutoFit/>
          </a:bodyPr>
          <a:lstStyle/>
          <a:p>
            <a:r>
              <a:rPr lang="en-US" dirty="0" err="1"/>
              <a:t>UnPerturb</a:t>
            </a:r>
            <a:r>
              <a:rPr lang="en-US" dirty="0"/>
              <a:t> RNA</a:t>
            </a:r>
          </a:p>
          <a:p>
            <a:r>
              <a:rPr lang="en-US" dirty="0"/>
              <a:t> sequence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621780" y="4961145"/>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94217" y="2591074"/>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738794" y="5021066"/>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859242" y="3716313"/>
            <a:ext cx="2139751" cy="852497"/>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94217" y="2460818"/>
            <a:ext cx="2525229" cy="852497"/>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94217" y="4858061"/>
            <a:ext cx="2525229" cy="852497"/>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a:stCxn id="18" idx="2"/>
          </p:cNvCxnSpPr>
          <p:nvPr/>
        </p:nvCxnSpPr>
        <p:spPr>
          <a:xfrm>
            <a:off x="9856832" y="3313315"/>
            <a:ext cx="0" cy="35983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a:endCxn id="17" idx="2"/>
          </p:cNvCxnSpPr>
          <p:nvPr/>
        </p:nvCxnSpPr>
        <p:spPr>
          <a:xfrm flipH="1" flipV="1">
            <a:off x="9929118" y="4568810"/>
            <a:ext cx="2" cy="28605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859243" y="3799004"/>
            <a:ext cx="2139753" cy="646331"/>
          </a:xfrm>
          <a:prstGeom prst="rect">
            <a:avLst/>
          </a:prstGeom>
          <a:noFill/>
        </p:spPr>
        <p:txBody>
          <a:bodyPr wrap="none" rtlCol="0">
            <a:spAutoFit/>
          </a:bodyPr>
          <a:lstStyle/>
          <a:p>
            <a:r>
              <a:rPr lang="en-US" dirty="0"/>
              <a:t>Align the trajectories</a:t>
            </a:r>
          </a:p>
          <a:p>
            <a:r>
              <a:rPr lang="en-US" dirty="0"/>
              <a:t> and compare</a:t>
            </a:r>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97053" y="2435588"/>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453371" y="4848584"/>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834226" y="4358627"/>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4041490" y="1943078"/>
            <a:ext cx="2061398" cy="369332"/>
          </a:xfrm>
          <a:prstGeom prst="rect">
            <a:avLst/>
          </a:prstGeom>
          <a:noFill/>
        </p:spPr>
        <p:txBody>
          <a:bodyPr wrap="none" rtlCol="0">
            <a:spAutoFit/>
          </a:bodyPr>
          <a:lstStyle/>
          <a:p>
            <a:r>
              <a:rPr lang="en-US" b="1" dirty="0"/>
              <a:t>Simulated Software</a:t>
            </a:r>
            <a:endParaRPr lang="en-CA" b="1" dirty="0"/>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lstStyle/>
          <a:p>
            <a:r>
              <a:rPr lang="en-US" dirty="0"/>
              <a:t>Code and dataset links</a:t>
            </a:r>
            <a:endParaRPr lang="en-CA" dirty="0"/>
          </a:p>
        </p:txBody>
      </p:sp>
      <p:sp>
        <p:nvSpPr>
          <p:cNvPr id="3" name="Content Placeholder 2">
            <a:extLst>
              <a:ext uri="{FF2B5EF4-FFF2-40B4-BE49-F238E27FC236}">
                <a16:creationId xmlns:a16="http://schemas.microsoft.com/office/drawing/2014/main" id="{DED37211-9D05-D175-0A78-936BE8DE63B6}"/>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69729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p:txBody>
          <a:bodyPr/>
          <a:lstStyle/>
          <a:p>
            <a:r>
              <a:rPr lang="en-US" dirty="0"/>
              <a:t>Results(Ctrl sample with </a:t>
            </a:r>
            <a:r>
              <a:rPr lang="en-US" dirty="0" err="1"/>
              <a:t>crisprko</a:t>
            </a:r>
            <a:r>
              <a:rPr lang="en-US" dirty="0"/>
              <a:t> perturbation)</a:t>
            </a:r>
            <a:endParaRPr lang="en-CA" dirty="0"/>
          </a:p>
        </p:txBody>
      </p:sp>
      <p:sp>
        <p:nvSpPr>
          <p:cNvPr id="3" name="Content Placeholder 2">
            <a:extLst>
              <a:ext uri="{FF2B5EF4-FFF2-40B4-BE49-F238E27FC236}">
                <a16:creationId xmlns:a16="http://schemas.microsoft.com/office/drawing/2014/main" id="{CA7F1C25-AC01-5781-1F51-792F7FBC4905}"/>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673886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E213D-80A0-1284-06EB-D44AF307E64D}"/>
              </a:ext>
            </a:extLst>
          </p:cNvPr>
          <p:cNvSpPr>
            <a:spLocks noGrp="1"/>
          </p:cNvSpPr>
          <p:nvPr>
            <p:ph type="title"/>
          </p:nvPr>
        </p:nvSpPr>
        <p:spPr/>
        <p:txBody>
          <a:bodyPr/>
          <a:lstStyle/>
          <a:p>
            <a:r>
              <a:rPr lang="en-US" dirty="0"/>
              <a:t>Results(Experimental perturbation based model Prediction)</a:t>
            </a:r>
            <a:endParaRPr lang="en-CA" dirty="0"/>
          </a:p>
        </p:txBody>
      </p:sp>
      <p:sp>
        <p:nvSpPr>
          <p:cNvPr id="3" name="Content Placeholder 2">
            <a:extLst>
              <a:ext uri="{FF2B5EF4-FFF2-40B4-BE49-F238E27FC236}">
                <a16:creationId xmlns:a16="http://schemas.microsoft.com/office/drawing/2014/main" id="{2867A892-6F57-8CA4-11EF-7C04CAC2AEEE}"/>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2797263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lstStyle/>
          <a:p>
            <a:r>
              <a:rPr lang="en-US" dirty="0"/>
              <a:t>Results(Trajectories </a:t>
            </a:r>
            <a:r>
              <a:rPr lang="en-US" dirty="0" err="1"/>
              <a:t>Comparision</a:t>
            </a:r>
            <a:r>
              <a:rPr lang="en-US" dirty="0"/>
              <a:t>)</a:t>
            </a:r>
            <a:endParaRPr lang="en-CA" dirty="0"/>
          </a:p>
        </p:txBody>
      </p:sp>
      <p:sp>
        <p:nvSpPr>
          <p:cNvPr id="3" name="Content Placeholder 2">
            <a:extLst>
              <a:ext uri="{FF2B5EF4-FFF2-40B4-BE49-F238E27FC236}">
                <a16:creationId xmlns:a16="http://schemas.microsoft.com/office/drawing/2014/main" id="{AAEC094F-34CF-88A5-D4EE-8D39B040A5A4}"/>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4242802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327</TotalTime>
  <Words>988</Words>
  <Application>Microsoft Office PowerPoint</Application>
  <PresentationFormat>Widescreen</PresentationFormat>
  <Paragraphs>95</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-apple-system</vt:lpstr>
      <vt:lpstr>Aptos</vt:lpstr>
      <vt:lpstr>Arial</vt:lpstr>
      <vt:lpstr>Calibri</vt:lpstr>
      <vt:lpstr>Calibri Light</vt:lpstr>
      <vt:lpstr>Times New Roman</vt:lpstr>
      <vt:lpstr>Office 2013 - 2022 Theme</vt:lpstr>
      <vt:lpstr>Single-Cell Gene Perturbation  Analysis Using Machine Learning</vt:lpstr>
      <vt:lpstr>Background</vt:lpstr>
      <vt:lpstr>Gaps in the Research</vt:lpstr>
      <vt:lpstr>Datasets</vt:lpstr>
      <vt:lpstr>Crispr Knockout</vt:lpstr>
      <vt:lpstr>Using Initialization Strategies to Address Nonlinearity in Developmental Biology </vt:lpstr>
      <vt:lpstr>Codeathon Idea : Escaping Local Optima in the Waddington Landscape: A Multi-Stage TRPO-PPO Approach for Single-Cell Perturbation Analysis </vt:lpstr>
      <vt:lpstr>RNA dataset Description</vt:lpstr>
      <vt:lpstr>Simulated Hardware and Software for developmental biology</vt:lpstr>
      <vt:lpstr>Code and dataset links</vt:lpstr>
      <vt:lpstr>Results(Ctrl sample with crisprko perturbation)</vt:lpstr>
      <vt:lpstr>Results(Experimental perturbation based model Prediction)</vt:lpstr>
      <vt:lpstr>Results(Trajectories Comparision)</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20</cp:revision>
  <dcterms:created xsi:type="dcterms:W3CDTF">2025-11-12T22:28:05Z</dcterms:created>
  <dcterms:modified xsi:type="dcterms:W3CDTF">2025-11-20T21:04:03Z</dcterms:modified>
</cp:coreProperties>
</file>