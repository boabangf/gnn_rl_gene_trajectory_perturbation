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8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2025-11-28</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971</TotalTime>
  <Words>2522</Words>
  <Application>Microsoft Office PowerPoint</Application>
  <PresentationFormat>Widescreen</PresentationFormat>
  <Paragraphs>328</Paragraphs>
  <Slides>28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55</cp:revision>
  <dcterms:created xsi:type="dcterms:W3CDTF">2025-11-12T22:28:05Z</dcterms:created>
  <dcterms:modified xsi:type="dcterms:W3CDTF">2025-11-29T02:27:44Z</dcterms:modified>
</cp:coreProperties>
</file>