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61" r:id="rId3"/>
    <p:sldId id="258" r:id="rId4"/>
    <p:sldId id="263" r:id="rId5"/>
    <p:sldId id="257" r:id="rId6"/>
    <p:sldId id="279" r:id="rId7"/>
    <p:sldId id="267" r:id="rId8"/>
    <p:sldId id="268" r:id="rId9"/>
    <p:sldId id="269" r:id="rId10"/>
    <p:sldId id="270" r:id="rId11"/>
    <p:sldId id="271" r:id="rId12"/>
    <p:sldId id="274" r:id="rId13"/>
    <p:sldId id="273" r:id="rId14"/>
    <p:sldId id="276" r:id="rId15"/>
    <p:sldId id="278" r:id="rId16"/>
    <p:sldId id="275" r:id="rId17"/>
    <p:sldId id="277" r:id="rId18"/>
    <p:sldId id="280" r:id="rId19"/>
    <p:sldId id="259"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2025-11-25</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Crisper Knockout (Single Perturbation)</a:t>
            </a:r>
            <a:br>
              <a:rPr lang="en-US" dirty="0"/>
            </a:br>
            <a:r>
              <a:rPr lang="en-US" dirty="0"/>
              <a:t>Prediction Horizon=1</a:t>
            </a:r>
            <a:endParaRPr lang="en-CA" dirty="0"/>
          </a:p>
        </p:txBody>
      </p:sp>
    </p:spTree>
    <p:extLst>
      <p:ext uri="{BB962C8B-B14F-4D97-AF65-F5344CB8AC3E}">
        <p14:creationId xmlns:p14="http://schemas.microsoft.com/office/powerpoint/2010/main" val="2099127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517219" y="404801"/>
            <a:ext cx="10402824" cy="825478"/>
          </a:xfrm>
        </p:spPr>
        <p:txBody>
          <a:bodyPr>
            <a:normAutofit/>
          </a:bodyPr>
          <a:lstStyle/>
          <a:p>
            <a:r>
              <a:rPr lang="en-US" sz="2400" dirty="0"/>
              <a:t>Simulated Hardware and Software for Gene Perturbation Analysis</a:t>
            </a:r>
            <a:endParaRPr lang="en-CA" sz="2400"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Drug Development(Single Perturbation)</a:t>
            </a:r>
            <a:br>
              <a:rPr lang="en-US" dirty="0"/>
            </a:br>
            <a:r>
              <a:rPr lang="en-US" dirty="0"/>
              <a:t>Prediction Horizon=1</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670</TotalTime>
  <Words>2086</Words>
  <Application>Microsoft Office PowerPoint</Application>
  <PresentationFormat>Widescreen</PresentationFormat>
  <Paragraphs>199</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Background</vt:lpstr>
      <vt:lpstr>Gaps in the Research</vt:lpstr>
      <vt:lpstr>Using Initialization Strategies to Address Nonlinearity in Developmental Biology </vt:lpstr>
      <vt:lpstr>Datasets</vt:lpstr>
      <vt:lpstr>Crisper Knockout (Single Perturbation) Prediction Horizon=1</vt:lpstr>
      <vt:lpstr>Crispr Knockout</vt:lpstr>
      <vt:lpstr>Simulated Hardware and Software for Gene Perturbation Analysis</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Drug Development(Single Perturbation) Prediction Horizon=1</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29</cp:revision>
  <dcterms:created xsi:type="dcterms:W3CDTF">2025-11-12T22:28:05Z</dcterms:created>
  <dcterms:modified xsi:type="dcterms:W3CDTF">2025-11-26T00:59:11Z</dcterms:modified>
</cp:coreProperties>
</file>