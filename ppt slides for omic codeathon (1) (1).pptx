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256" r:id="rId2"/>
    <p:sldId id="284" r:id="rId3"/>
    <p:sldId id="261" r:id="rId4"/>
    <p:sldId id="258" r:id="rId5"/>
    <p:sldId id="263" r:id="rId6"/>
    <p:sldId id="257" r:id="rId7"/>
    <p:sldId id="268" r:id="rId8"/>
    <p:sldId id="279" r:id="rId9"/>
    <p:sldId id="267" r:id="rId10"/>
    <p:sldId id="269" r:id="rId11"/>
    <p:sldId id="270" r:id="rId12"/>
    <p:sldId id="271" r:id="rId13"/>
    <p:sldId id="274" r:id="rId14"/>
    <p:sldId id="273" r:id="rId15"/>
    <p:sldId id="276" r:id="rId16"/>
    <p:sldId id="278" r:id="rId17"/>
    <p:sldId id="275" r:id="rId18"/>
    <p:sldId id="277" r:id="rId19"/>
    <p:sldId id="280" r:id="rId20"/>
    <p:sldId id="285" r:id="rId21"/>
    <p:sldId id="281" r:id="rId22"/>
    <p:sldId id="282" r:id="rId23"/>
    <p:sldId id="283" r:id="rId24"/>
    <p:sldId id="25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a:t>
            </a:r>
          </a:p>
          <a:p>
            <a:r>
              <a:rPr lang="en-US" sz="2000" dirty="0">
                <a:latin typeface="Times New Roman" panose="02020603050405020304" pitchFamily="18" charset="0"/>
                <a:cs typeface="Times New Roman" panose="02020603050405020304" pitchFamily="18" charset="0"/>
              </a:rPr>
              <a:t>Drug Development</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dirty="0"/>
              <a:t>Dataset and Link to Evaluation Code</a:t>
            </a:r>
            <a:endParaRPr lang="en-CA" sz="2400"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B9F0685F-225E-A50F-8000-8A31985B1C9A}"/>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4646472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lstStyle/>
          <a:p>
            <a:r>
              <a:rPr lang="en-US" dirty="0"/>
              <a:t>Results</a:t>
            </a:r>
            <a:endParaRPr lang="en-CA" dirty="0"/>
          </a:p>
        </p:txBody>
      </p:sp>
    </p:spTree>
    <p:extLst>
      <p:ext uri="{BB962C8B-B14F-4D97-AF65-F5344CB8AC3E}">
        <p14:creationId xmlns:p14="http://schemas.microsoft.com/office/powerpoint/2010/main" val="37370048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C15818D5-2BD0-B799-18F4-634844EBFA2F}"/>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030376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796</TotalTime>
  <Words>2175</Words>
  <Application>Microsoft Office PowerPoint</Application>
  <PresentationFormat>Widescreen</PresentationFormat>
  <Paragraphs>223</Paragraphs>
  <Slides>24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Content</vt:lpstr>
      <vt:lpstr>Background</vt:lpstr>
      <vt:lpstr>Gaps in the Research</vt:lpstr>
      <vt:lpstr>Using Initialization Strategies to Address Nonlinearity in Developmental Biology </vt:lpstr>
      <vt:lpstr>Datasets</vt:lpstr>
      <vt:lpstr>Simulated Hardware and Software for Gene Perturbation Analysis</vt:lpstr>
      <vt:lpstr>             Crisper Knockout</vt:lpstr>
      <vt:lpstr>Crispr Knockout</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36</cp:revision>
  <dcterms:created xsi:type="dcterms:W3CDTF">2025-11-12T22:28:05Z</dcterms:created>
  <dcterms:modified xsi:type="dcterms:W3CDTF">2025-11-26T17:55:37Z</dcterms:modified>
</cp:coreProperties>
</file>